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La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Lato-bold.fntdata"/><Relationship Id="rId12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Italic.fntdata"/><Relationship Id="rId14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0d2e4d1e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0d2e4d1e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0d2e4d1e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0d2e4d1e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0d2e4d1e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0d2e4d1e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0d2e4d1e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0d2e4d1e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0d2e4d1e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0d2e4d1e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73540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P2 - Looking for Group Synchronization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Submitted By: Phoenix Claire De Castro | STDISCM S18</a:t>
            </a: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584100" y="1284450"/>
            <a:ext cx="7975800" cy="25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2"/>
                </a:solidFill>
              </a:rPr>
              <a:t>Possible Deadlock Scenarios</a:t>
            </a:r>
            <a:endParaRPr b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2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-"/>
            </a:pPr>
            <a:r>
              <a:rPr lang="en" sz="1900">
                <a:solidFill>
                  <a:schemeClr val="dk2"/>
                </a:solidFill>
              </a:rPr>
              <a:t>Multiple</a:t>
            </a:r>
            <a:r>
              <a:rPr lang="en" sz="1900">
                <a:solidFill>
                  <a:schemeClr val="dk2"/>
                </a:solidFill>
              </a:rPr>
              <a:t> dungeon instances will attempt to modify shared data like “freeInstances” or “active” status and the player queue. </a:t>
            </a:r>
            <a:endParaRPr sz="1900">
              <a:solidFill>
                <a:schemeClr val="dk2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-"/>
            </a:pPr>
            <a:r>
              <a:rPr lang="en" sz="1900">
                <a:solidFill>
                  <a:schemeClr val="dk2"/>
                </a:solidFill>
              </a:rPr>
              <a:t>Multiple</a:t>
            </a:r>
            <a:r>
              <a:rPr lang="en" sz="1900">
                <a:solidFill>
                  <a:schemeClr val="dk2"/>
                </a:solidFill>
              </a:rPr>
              <a:t> parties may try to access the same </a:t>
            </a:r>
            <a:r>
              <a:rPr lang="en" sz="1900">
                <a:solidFill>
                  <a:schemeClr val="dk2"/>
                </a:solidFill>
              </a:rPr>
              <a:t>dungeon</a:t>
            </a:r>
            <a:r>
              <a:rPr lang="en" sz="1900">
                <a:solidFill>
                  <a:schemeClr val="dk2"/>
                </a:solidFill>
              </a:rPr>
              <a:t> at the same time causing a deadlock where threads wait indefinitely for each other’s locks to be released. </a:t>
            </a:r>
            <a:endParaRPr sz="1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584100" y="1284450"/>
            <a:ext cx="7975800" cy="25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2"/>
                </a:solidFill>
              </a:rPr>
              <a:t>Possible Starvation Scenarios</a:t>
            </a:r>
            <a:endParaRPr b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2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-"/>
            </a:pPr>
            <a:r>
              <a:rPr lang="en" sz="1900">
                <a:solidFill>
                  <a:schemeClr val="dk2"/>
                </a:solidFill>
              </a:rPr>
              <a:t>One dungeon instance may keep getting assigned new parties while the other </a:t>
            </a:r>
            <a:r>
              <a:rPr lang="en" sz="1900">
                <a:solidFill>
                  <a:schemeClr val="dk2"/>
                </a:solidFill>
              </a:rPr>
              <a:t>dungeon</a:t>
            </a:r>
            <a:r>
              <a:rPr lang="en" sz="1900">
                <a:solidFill>
                  <a:schemeClr val="dk2"/>
                </a:solidFill>
              </a:rPr>
              <a:t> instances remain idle.</a:t>
            </a:r>
            <a:endParaRPr sz="1900">
              <a:solidFill>
                <a:schemeClr val="dk2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-"/>
            </a:pPr>
            <a:r>
              <a:rPr lang="en" sz="1900">
                <a:solidFill>
                  <a:schemeClr val="dk2"/>
                </a:solidFill>
              </a:rPr>
              <a:t>Other dungeons and parties waiting are forced to wait for long periods of time. </a:t>
            </a:r>
            <a:endParaRPr sz="1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/>
        </p:nvSpPr>
        <p:spPr>
          <a:xfrm>
            <a:off x="584100" y="1044300"/>
            <a:ext cx="7975800" cy="30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2"/>
                </a:solidFill>
              </a:rPr>
              <a:t>Synchronization Tools</a:t>
            </a:r>
            <a:endParaRPr b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Std::mutex → this is to make sure that only one </a:t>
            </a:r>
            <a:r>
              <a:rPr lang="en" sz="1800">
                <a:solidFill>
                  <a:schemeClr val="dk2"/>
                </a:solidFill>
              </a:rPr>
              <a:t>instance</a:t>
            </a:r>
            <a:r>
              <a:rPr lang="en" sz="1800">
                <a:solidFill>
                  <a:schemeClr val="dk2"/>
                </a:solidFill>
              </a:rPr>
              <a:t> is accessing or updating a shared object like the “active” status or the player queue, “freeInstances” at a time.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Std::condition_variable → waits until an instance is free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Std::atomic → safely track each dungeon instance’s state and stats like the “active” status, “number served” and “total time”.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/>
        </p:nvSpPr>
        <p:spPr>
          <a:xfrm>
            <a:off x="584100" y="1044300"/>
            <a:ext cx="7975800" cy="30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2"/>
                </a:solidFill>
              </a:rPr>
              <a:t>Synchronization Mechanisms</a:t>
            </a:r>
            <a:endParaRPr b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Every dungeon notifies the condition variable when the </a:t>
            </a:r>
            <a:r>
              <a:rPr lang="en" sz="1800">
                <a:solidFill>
                  <a:schemeClr val="dk2"/>
                </a:solidFill>
              </a:rPr>
              <a:t>dungeon</a:t>
            </a:r>
            <a:r>
              <a:rPr lang="en" sz="1800">
                <a:solidFill>
                  <a:schemeClr val="dk2"/>
                </a:solidFill>
              </a:rPr>
              <a:t> is done. Only then will the other parties be allowed inside the dungeon.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Dispatcher ensures that the roles for each party is filled to avoid hanging players.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Mutex ensures one operation at a </a:t>
            </a:r>
            <a:r>
              <a:rPr lang="en" sz="1800">
                <a:solidFill>
                  <a:schemeClr val="dk2"/>
                </a:solidFill>
              </a:rPr>
              <a:t>time</a:t>
            </a:r>
            <a:r>
              <a:rPr lang="en" sz="1800">
                <a:solidFill>
                  <a:schemeClr val="dk2"/>
                </a:solidFill>
              </a:rPr>
              <a:t> and all waiting threads get notified.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/>
        </p:nvSpPr>
        <p:spPr>
          <a:xfrm>
            <a:off x="4143300" y="2238000"/>
            <a:ext cx="8574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2"/>
                </a:solidFill>
              </a:rPr>
              <a:t>End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